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8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0941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4DD93-C092-3188-A741-0CB4239AB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6FD4D-D5A2-809F-730E-F7768CD76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9A2D9-A76C-2C35-B971-326F9680B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D769B-3C3E-7EED-C65B-49628E472F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77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6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6400800" cy="6400800"/>
          </a:xfrm>
          <a:prstGeom prst="ellipse">
            <a:avLst/>
          </a:prstGeom>
          <a:solidFill>
            <a:srgbClr val="7C5CF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74152" y="320040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1051560"/>
            <a:ext cx="822960" cy="82296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751" y="115031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" y="1954073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100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VISION ASSISTANT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1097280" y="3436315"/>
            <a:ext cx="9994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Object Detection &amp; Voice-Powered Insight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82396" y="415622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" y="415622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647188" y="415622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47188" y="415622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411980" y="415622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11980" y="415622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6772" y="415622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76772" y="415622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941564" y="415622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41564" y="415622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706356" y="415622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706356" y="4156222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14400" y="489204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Build  •  3-Hour Sprint  •  Live Camera to Live Voice</a:t>
            </a:r>
            <a:endParaRPr lang="en-US" sz="1300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05EDDC13-CBFB-E409-0578-01F2AF8D09CA}"/>
              </a:ext>
            </a:extLst>
          </p:cNvPr>
          <p:cNvSpPr/>
          <p:nvPr/>
        </p:nvSpPr>
        <p:spPr>
          <a:xfrm>
            <a:off x="2136265" y="2990057"/>
            <a:ext cx="7290972" cy="44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100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SAYAN ADHIKARY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AI-Powered Vision Assistant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only HTML, CSS, JavaScript, and DOM concepts, build an application that turns a laptop camera into an intelligent assistant — one that sees a real-world object, identifies it with Gemini AI, and explains it out loud.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639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hrs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Window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35204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80360" y="3639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8036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Presentation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3520440"/>
            <a:ext cx="1965960" cy="1234440"/>
          </a:xfrm>
          <a:prstGeom prst="roundRect">
            <a:avLst>
              <a:gd name="adj" fmla="val 8889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3639312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29200" y="4251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Browser-Native APIs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1737360"/>
            <a:ext cx="3840480" cy="4434840"/>
          </a:xfrm>
          <a:prstGeom prst="roundRect">
            <a:avLst>
              <a:gd name="adj" fmla="val 3810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01000" y="2057400"/>
            <a:ext cx="594360" cy="59436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323" y="2128723"/>
            <a:ext cx="451714" cy="45171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32520" y="208483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800100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object via live camera feed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001000" y="3337560"/>
            <a:ext cx="594360" cy="59436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2323" y="3408883"/>
            <a:ext cx="451714" cy="451714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732520" y="336499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800100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it using Gemini AI vision reasoning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01000" y="4617720"/>
            <a:ext cx="594360" cy="59436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2323" y="4689043"/>
            <a:ext cx="451714" cy="45171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32520" y="4645152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8001000" y="5303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result aloud with voice synthesis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 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FLOW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Camera Frame to Spoken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88036" y="196596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97764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96112" y="2468880"/>
            <a:ext cx="566928" cy="566928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143" y="2536911"/>
            <a:ext cx="430865" cy="4308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79476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App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25196" y="3749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launches the assistant in-browser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11055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324313" y="196596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2434041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32389" y="2468880"/>
            <a:ext cx="566928" cy="566928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420" y="2536911"/>
            <a:ext cx="430865" cy="43086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15753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Starts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461473" y="3749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getUserMedia() streams live video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083634" y="3429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4497771" y="196596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Text 15"/>
          <p:cNvSpPr/>
          <p:nvPr/>
        </p:nvSpPr>
        <p:spPr>
          <a:xfrm>
            <a:off x="4736592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234940" y="2468880"/>
            <a:ext cx="566928" cy="566928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2971" y="2536911"/>
            <a:ext cx="430865" cy="4308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50308" y="3186684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 Frame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764024" y="3749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grabs the current frame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45352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›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6437376" y="196596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547104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7045452" y="2468880"/>
            <a:ext cx="566928" cy="566928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3483" y="2536911"/>
            <a:ext cx="430865" cy="43086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528816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Identifies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574536" y="3749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image sent for AI analysis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8330184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›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8388331" y="196596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3" name="Text 27"/>
          <p:cNvSpPr/>
          <p:nvPr/>
        </p:nvSpPr>
        <p:spPr>
          <a:xfrm>
            <a:off x="8498059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8996407" y="2468880"/>
            <a:ext cx="566928" cy="566928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4438" y="2536911"/>
            <a:ext cx="430865" cy="43086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479771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Details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525491" y="3749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info rendered to the DOM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0277856" y="33375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D3EE"/>
                </a:solidFill>
              </a:rPr>
              <a:t>›</a:t>
            </a:r>
            <a:endParaRPr lang="en-US" sz="2200" dirty="0"/>
          </a:p>
        </p:txBody>
      </p:sp>
      <p:sp>
        <p:nvSpPr>
          <p:cNvPr id="39" name="Shape 32"/>
          <p:cNvSpPr/>
          <p:nvPr/>
        </p:nvSpPr>
        <p:spPr>
          <a:xfrm>
            <a:off x="10308571" y="1965960"/>
            <a:ext cx="1783080" cy="3291840"/>
          </a:xfrm>
          <a:prstGeom prst="roundRect">
            <a:avLst>
              <a:gd name="adj" fmla="val 7179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0" name="Text 33"/>
          <p:cNvSpPr/>
          <p:nvPr/>
        </p:nvSpPr>
        <p:spPr>
          <a:xfrm>
            <a:off x="10418299" y="20756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10916647" y="2468880"/>
            <a:ext cx="566928" cy="566928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84678" y="2536911"/>
            <a:ext cx="430865" cy="430865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400011" y="320040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Speak Result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10445731" y="3749040"/>
            <a:ext cx="1508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SpeechSynthesis narrates the answer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REQUIREMENTS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on Native Web Technology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75688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" y="2136038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267919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32688" y="3044952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structure for camera view, results and controls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8144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075688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662" y="2136038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67919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39312" y="3044952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styling, animations, dark/light themes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44768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45936" y="2075688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286" y="2136038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45936" y="267919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345936" y="3044952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logic, async API calls, state handling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8851392" y="1874520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52560" y="2075688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2910" y="2136038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679192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Manipulation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052560" y="3044952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updates to UI as detection results arrive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31520" y="4041648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32688" y="4242816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3038" y="4303166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32688" y="48463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Access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32688" y="521208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navigator.mediaDevices.getUserMedia()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438144" y="4041648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639312" y="4242816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9662" y="4303166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39312" y="48463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3639312" y="521208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vision reasoning for object identification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144768" y="4041648"/>
            <a:ext cx="2542032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45936" y="4242816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6286" y="4303166"/>
            <a:ext cx="382219" cy="38221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45936" y="4846320"/>
            <a:ext cx="21396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Text-to-Speech</a:t>
            </a:r>
            <a:endParaRPr lang="en-US" sz="1450" dirty="0"/>
          </a:p>
        </p:txBody>
      </p:sp>
      <p:sp>
        <p:nvSpPr>
          <p:cNvPr id="38" name="Text 29"/>
          <p:cNvSpPr/>
          <p:nvPr/>
        </p:nvSpPr>
        <p:spPr>
          <a:xfrm>
            <a:off x="6345936" y="5212080"/>
            <a:ext cx="21396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SpeechSynthesisUtterance for spoken responses</a:t>
            </a:r>
            <a:endParaRPr lang="en-US" sz="1050" dirty="0"/>
          </a:p>
        </p:txBody>
      </p:sp>
      <p:sp>
        <p:nvSpPr>
          <p:cNvPr id="39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Frame Becomes a Spoken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1481328" cy="1737360"/>
          </a:xfrm>
          <a:prstGeom prst="roundRect">
            <a:avLst>
              <a:gd name="adj" fmla="val 8025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43584" y="2542032"/>
            <a:ext cx="457200" cy="45720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448" y="259689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27248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&lt;video&gt;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77240" y="3547872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12848" y="2990088"/>
            <a:ext cx="594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272284" y="2377440"/>
            <a:ext cx="1481328" cy="1737360"/>
          </a:xfrm>
          <a:prstGeom prst="roundRect">
            <a:avLst>
              <a:gd name="adj" fmla="val 8025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4348" y="2542032"/>
            <a:ext cx="457200" cy="45720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212" y="2596896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318004" y="3127248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&lt;canvas&gt;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2318004" y="3547872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grab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753612" y="2990088"/>
            <a:ext cx="594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3813048" y="2377440"/>
            <a:ext cx="1481328" cy="1737360"/>
          </a:xfrm>
          <a:prstGeom prst="roundRect">
            <a:avLst>
              <a:gd name="adj" fmla="val 8025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325112" y="2542032"/>
            <a:ext cx="457200" cy="45720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9976" y="2596896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58768" y="3127248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toDataURL()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3858768" y="3547872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encode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294376" y="2990088"/>
            <a:ext cx="594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7"/>
          <p:cNvSpPr/>
          <p:nvPr/>
        </p:nvSpPr>
        <p:spPr>
          <a:xfrm>
            <a:off x="5353812" y="2377440"/>
            <a:ext cx="1481328" cy="1737360"/>
          </a:xfrm>
          <a:prstGeom prst="roundRect">
            <a:avLst>
              <a:gd name="adj" fmla="val 8025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865876" y="2542032"/>
            <a:ext cx="457200" cy="45720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0740" y="2596896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399532" y="3127248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fetch()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5399532" y="3547872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to API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6835140" y="2990088"/>
            <a:ext cx="594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6894576" y="2377440"/>
            <a:ext cx="1481328" cy="1737360"/>
          </a:xfrm>
          <a:prstGeom prst="roundRect">
            <a:avLst>
              <a:gd name="adj" fmla="val 8025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406640" y="2542032"/>
            <a:ext cx="457200" cy="45720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4" y="2596896"/>
            <a:ext cx="347472" cy="34747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40296" y="3127248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</a:t>
            </a:r>
            <a:endParaRPr lang="en-US" sz="1150" dirty="0"/>
          </a:p>
        </p:txBody>
      </p:sp>
      <p:sp>
        <p:nvSpPr>
          <p:cNvPr id="32" name="Text 25"/>
          <p:cNvSpPr/>
          <p:nvPr/>
        </p:nvSpPr>
        <p:spPr>
          <a:xfrm>
            <a:off x="6940296" y="3547872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analysis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8375904" y="2990088"/>
            <a:ext cx="594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27"/>
          <p:cNvSpPr/>
          <p:nvPr/>
        </p:nvSpPr>
        <p:spPr>
          <a:xfrm>
            <a:off x="8435340" y="2377440"/>
            <a:ext cx="1481328" cy="1737360"/>
          </a:xfrm>
          <a:prstGeom prst="roundRect">
            <a:avLst>
              <a:gd name="adj" fmla="val 8025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947404" y="2542032"/>
            <a:ext cx="457200" cy="45720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2268" y="2596896"/>
            <a:ext cx="347472" cy="34747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481060" y="3127248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Update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8481060" y="3547872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result</a:t>
            </a:r>
            <a:endParaRPr lang="en-US" sz="950" dirty="0"/>
          </a:p>
        </p:txBody>
      </p:sp>
      <p:sp>
        <p:nvSpPr>
          <p:cNvPr id="39" name="Text 31"/>
          <p:cNvSpPr/>
          <p:nvPr/>
        </p:nvSpPr>
        <p:spPr>
          <a:xfrm>
            <a:off x="9916668" y="2990088"/>
            <a:ext cx="5943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D3EE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2"/>
          <p:cNvSpPr/>
          <p:nvPr/>
        </p:nvSpPr>
        <p:spPr>
          <a:xfrm>
            <a:off x="9976104" y="2377440"/>
            <a:ext cx="1481328" cy="1737360"/>
          </a:xfrm>
          <a:prstGeom prst="roundRect">
            <a:avLst>
              <a:gd name="adj" fmla="val 8025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10488168" y="2542032"/>
            <a:ext cx="457200" cy="45720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43032" y="2596896"/>
            <a:ext cx="347472" cy="34747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0021824" y="3127248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SpeechSynthesis</a:t>
            </a:r>
            <a:endParaRPr lang="en-US" sz="1150" dirty="0"/>
          </a:p>
        </p:txBody>
      </p:sp>
      <p:sp>
        <p:nvSpPr>
          <p:cNvPr id="44" name="Text 35"/>
          <p:cNvSpPr/>
          <p:nvPr/>
        </p:nvSpPr>
        <p:spPr>
          <a:xfrm>
            <a:off x="10021824" y="3547872"/>
            <a:ext cx="13898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output</a:t>
            </a:r>
            <a:endParaRPr lang="en-US" sz="950" dirty="0"/>
          </a:p>
        </p:txBody>
      </p:sp>
      <p:sp>
        <p:nvSpPr>
          <p:cNvPr id="45" name="Shape 36"/>
          <p:cNvSpPr/>
          <p:nvPr/>
        </p:nvSpPr>
        <p:spPr>
          <a:xfrm>
            <a:off x="731520" y="4617720"/>
            <a:ext cx="10725912" cy="1280160"/>
          </a:xfrm>
          <a:prstGeom prst="roundRect">
            <a:avLst>
              <a:gd name="adj" fmla="val 10000"/>
            </a:avLst>
          </a:prstGeom>
          <a:solidFill>
            <a:srgbClr val="1B2740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1005840" y="4754880"/>
            <a:ext cx="101772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captured frame never leaves the browser unprocessed — it is base64-encoded client-side, sent securely to Gemini AI, and the structured JSON response drives both the on-screen card and the spoken narration.</a:t>
            </a:r>
            <a:endParaRPr lang="en-US" sz="1350" dirty="0"/>
          </a:p>
        </p:txBody>
      </p:sp>
      <p:sp>
        <p:nvSpPr>
          <p:cNvPr id="47" name="Text 3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48" name="Text 3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C5B0-9B03-1100-3A97-8A104C913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>
            <a:extLst>
              <a:ext uri="{FF2B5EF4-FFF2-40B4-BE49-F238E27FC236}">
                <a16:creationId xmlns:a16="http://schemas.microsoft.com/office/drawing/2014/main" id="{7F3F12AE-4CD7-6EE0-2429-E0052BC0D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901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Assistant Does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2688" y="2075688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038" y="2136038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939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Camera Feed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688" y="274320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getUserMedia() streams video directly into an on-page &lt;video&gt; element.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79976" y="1874520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075688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494" y="2136038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02936" y="20939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Capture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74320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&lt;canvas&gt; grabs the current frame the instant an object is placed in view.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28432" y="1874520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075688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9950" y="2136038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51392" y="2093976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Base64 + fetch()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0" y="2743200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toDataURL() encodes the frame and ships it to Gemini AI over fetch().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1520" y="4041648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2688" y="4242816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038" y="4303166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261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Identification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2688" y="4910328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analyzes the image and returns structured object details.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79976" y="4041648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4242816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494" y="4303166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02936" y="4261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Narration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81144" y="4910328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SpeechSynthesisUtterance speaks the result the moment it arrives.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28432" y="4041648"/>
            <a:ext cx="3429000" cy="1965960"/>
          </a:xfrm>
          <a:prstGeom prst="roundRect">
            <a:avLst>
              <a:gd name="adj" fmla="val 6512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29600" y="4242816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9950" y="4303166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51392" y="426110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Theme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29600" y="4910328"/>
            <a:ext cx="3026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+ data-theme attribute switch the whole UI instantly.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FUN FEATURES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Touches That Set It Apart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74920" cy="1234440"/>
          </a:xfrm>
          <a:prstGeom prst="roundRect">
            <a:avLst>
              <a:gd name="adj" fmla="val 9630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66928" cy="566928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431" y="2262591"/>
            <a:ext cx="430865" cy="4308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Robot-Style Assistant UI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45920" y="244144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friendly AI persona anchors the interface.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310128"/>
            <a:ext cx="5074920" cy="1234440"/>
          </a:xfrm>
          <a:prstGeom prst="roundRect">
            <a:avLst>
              <a:gd name="adj" fmla="val 9630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30168"/>
            <a:ext cx="566928" cy="566928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431" y="3698199"/>
            <a:ext cx="430865" cy="4308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447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Animations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45920" y="387705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loading states while Gemini analyzes the frame.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4745736"/>
            <a:ext cx="5074920" cy="1234440"/>
          </a:xfrm>
          <a:prstGeom prst="roundRect">
            <a:avLst>
              <a:gd name="adj" fmla="val 9630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65776"/>
            <a:ext cx="566928" cy="566928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31" y="5133807"/>
            <a:ext cx="430865" cy="4308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48828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645920" y="53126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identification is shown with an AI confidence rating.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55080" y="1874520"/>
            <a:ext cx="5074920" cy="1234440"/>
          </a:xfrm>
          <a:prstGeom prst="roundRect">
            <a:avLst>
              <a:gd name="adj" fmla="val 9630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7960" y="2194560"/>
            <a:ext cx="566928" cy="566928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5991" y="2262591"/>
            <a:ext cx="430865" cy="4308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20116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History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269480" y="244144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identified objects are logged for the session.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55080" y="3310128"/>
            <a:ext cx="5074920" cy="1234440"/>
          </a:xfrm>
          <a:prstGeom prst="roundRect">
            <a:avLst>
              <a:gd name="adj" fmla="val 9630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37960" y="3630168"/>
            <a:ext cx="566928" cy="566928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5991" y="3698199"/>
            <a:ext cx="430865" cy="4308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344728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/ Light Switch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7269480" y="387705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theme toggle using data-theme + CSS variables.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355080" y="4745736"/>
            <a:ext cx="5074920" cy="1234440"/>
          </a:xfrm>
          <a:prstGeom prst="roundRect">
            <a:avLst>
              <a:gd name="adj" fmla="val 9630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37960" y="5065776"/>
            <a:ext cx="566928" cy="566928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991" y="5133807"/>
            <a:ext cx="430865" cy="4308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48828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 Facts Mode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7269480" y="531266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trivia surfaces alongside each object's details.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UX DESIGN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Glassmorphism, Built to Adapt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leans on translucent, blurred glass panels over a soft gradient backdrop, giving the assistant a premium, futuristic feel appropriate for a live AI experience.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variables defined in :root drive every color and radius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html[data-theme="light"] overrides variables for light mode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result panels use frosted-glass card styling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/ Grid layout reflows across screen sizes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1828800"/>
            <a:ext cx="4937760" cy="4160520"/>
          </a:xfrm>
          <a:prstGeom prst="roundRect">
            <a:avLst>
              <a:gd name="adj" fmla="val 4396"/>
            </a:avLst>
          </a:prstGeom>
          <a:solidFill>
            <a:srgbClr val="1E2A47"/>
          </a:solidFill>
          <a:ln/>
          <a:effectLst>
            <a:outerShdw blurRad="203200" dist="50800" dir="27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12280" y="2148840"/>
            <a:ext cx="4297680" cy="1371600"/>
          </a:xfrm>
          <a:prstGeom prst="roundRect">
            <a:avLst>
              <a:gd name="adj" fmla="val 9333"/>
            </a:avLst>
          </a:prstGeom>
          <a:solidFill>
            <a:srgbClr val="324467">
              <a:alpha val="70000"/>
            </a:srgbClr>
          </a:solidFill>
          <a:ln w="12700">
            <a:solidFill>
              <a:srgbClr val="4A5C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5160" y="2331720"/>
            <a:ext cx="502920" cy="502920"/>
          </a:xfrm>
          <a:prstGeom prst="ellipse">
            <a:avLst/>
          </a:prstGeom>
          <a:solidFill>
            <a:srgbClr val="26355A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5510" y="2392070"/>
            <a:ext cx="382219" cy="38221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635240" y="2331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Scanning...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35240" y="27249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object with Gemini AI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812280" y="3703320"/>
            <a:ext cx="4297680" cy="2103120"/>
          </a:xfrm>
          <a:prstGeom prst="roundRect">
            <a:avLst>
              <a:gd name="adj" fmla="val 6087"/>
            </a:avLst>
          </a:prstGeom>
          <a:solidFill>
            <a:srgbClr val="324467">
              <a:alpha val="70000"/>
            </a:srgbClr>
          </a:solidFill>
          <a:ln w="12700">
            <a:solidFill>
              <a:srgbClr val="4A5C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Object: Coffee Mug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040880" y="41605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96%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040880" y="45262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ceramic drinkware item typically used for hot beverages such as coffee or tea.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378440" y="1965960"/>
            <a:ext cx="384048" cy="384048"/>
          </a:xfrm>
          <a:prstGeom prst="ellipse">
            <a:avLst/>
          </a:prstGeom>
          <a:solidFill>
            <a:srgbClr val="26355A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526" y="2012046"/>
            <a:ext cx="291876" cy="2918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FOUNDATIONS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 &amp; JavaScript Concepts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725912" cy="603504"/>
          </a:xfrm>
          <a:prstGeom prst="roundRect">
            <a:avLst>
              <a:gd name="adj" fmla="val 15152"/>
            </a:avLst>
          </a:prstGeom>
          <a:solidFill>
            <a:srgbClr val="141C2E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002536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Element Selection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17720" y="1874520"/>
            <a:ext cx="6702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document.documentElement, querySelector() locate targets in the DOM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587752"/>
            <a:ext cx="10725912" cy="603504"/>
          </a:xfrm>
          <a:prstGeom prst="roundRect">
            <a:avLst>
              <a:gd name="adj" fmla="val 15152"/>
            </a:avLst>
          </a:prstGeom>
          <a:solidFill>
            <a:srgbClr val="1B2740"/>
          </a:solidFill>
          <a:ln/>
        </p:spPr>
      </p:sp>
      <p:sp>
        <p:nvSpPr>
          <p:cNvPr id="10" name="Shape 7"/>
          <p:cNvSpPr/>
          <p:nvPr/>
        </p:nvSpPr>
        <p:spPr>
          <a:xfrm>
            <a:off x="896112" y="2660904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271576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587752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 Control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17720" y="2587752"/>
            <a:ext cx="6702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getAttribute() / setAttribute() drive the data-theme toggle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31520" y="3300984"/>
            <a:ext cx="10725912" cy="603504"/>
          </a:xfrm>
          <a:prstGeom prst="roundRect">
            <a:avLst>
              <a:gd name="adj" fmla="val 15152"/>
            </a:avLst>
          </a:prstGeom>
          <a:solidFill>
            <a:srgbClr val="141C2E"/>
          </a:solidFill>
          <a:ln/>
        </p:spPr>
      </p:sp>
      <p:sp>
        <p:nvSpPr>
          <p:cNvPr id="15" name="Shape 11"/>
          <p:cNvSpPr/>
          <p:nvPr/>
        </p:nvSpPr>
        <p:spPr>
          <a:xfrm>
            <a:off x="896112" y="3374136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42900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00984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Handling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17720" y="3300984"/>
            <a:ext cx="6702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addEventListener() wires clicks, camera-ready, and theme-toggle events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31520" y="4014216"/>
            <a:ext cx="10725912" cy="603504"/>
          </a:xfrm>
          <a:prstGeom prst="roundRect">
            <a:avLst>
              <a:gd name="adj" fmla="val 15152"/>
            </a:avLst>
          </a:prstGeom>
          <a:solidFill>
            <a:srgbClr val="1B2740"/>
          </a:solidFill>
          <a:ln/>
        </p:spPr>
      </p:sp>
      <p:sp>
        <p:nvSpPr>
          <p:cNvPr id="20" name="Shape 15"/>
          <p:cNvSpPr/>
          <p:nvPr/>
        </p:nvSpPr>
        <p:spPr>
          <a:xfrm>
            <a:off x="896112" y="4087368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14223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014216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Updates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617720" y="4014216"/>
            <a:ext cx="6702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textContent updates labels, results, and the theme button state live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731520" y="4727448"/>
            <a:ext cx="10725912" cy="603504"/>
          </a:xfrm>
          <a:prstGeom prst="roundRect">
            <a:avLst>
              <a:gd name="adj" fmla="val 15152"/>
            </a:avLst>
          </a:prstGeom>
          <a:solidFill>
            <a:srgbClr val="141C2E"/>
          </a:solidFill>
          <a:ln/>
        </p:spPr>
      </p:sp>
      <p:sp>
        <p:nvSpPr>
          <p:cNvPr id="25" name="Shape 19"/>
          <p:cNvSpPr/>
          <p:nvPr/>
        </p:nvSpPr>
        <p:spPr>
          <a:xfrm>
            <a:off x="896112" y="4800600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855464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4727448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Operations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17720" y="4727448"/>
            <a:ext cx="6702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 + fetch() manage the round-trip to the Gemini API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731520" y="5440680"/>
            <a:ext cx="10725912" cy="603504"/>
          </a:xfrm>
          <a:prstGeom prst="roundRect">
            <a:avLst>
              <a:gd name="adj" fmla="val 15152"/>
            </a:avLst>
          </a:prstGeom>
          <a:solidFill>
            <a:srgbClr val="1B2740"/>
          </a:solidFill>
          <a:ln/>
        </p:spPr>
      </p:sp>
      <p:sp>
        <p:nvSpPr>
          <p:cNvPr id="30" name="Shape 23"/>
          <p:cNvSpPr/>
          <p:nvPr/>
        </p:nvSpPr>
        <p:spPr>
          <a:xfrm>
            <a:off x="896112" y="5513832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568696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508760" y="5440680"/>
            <a:ext cx="30175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APIs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617720" y="5440680"/>
            <a:ext cx="670255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navigator.mediaDevices.getUserMedia() and canvas.toDataURL() handle capture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Gemini AI Powers Identification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1005840" cy="749808"/>
          </a:xfrm>
          <a:prstGeom prst="roundRect">
            <a:avLst>
              <a:gd name="adj" fmla="val 14634"/>
            </a:avLst>
          </a:prstGeom>
          <a:solidFill>
            <a:srgbClr val="1B274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7452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74520" y="1874520"/>
            <a:ext cx="9582912" cy="749808"/>
          </a:xfrm>
          <a:prstGeom prst="roundRect">
            <a:avLst>
              <a:gd name="adj" fmla="val 14634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87452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874520"/>
            <a:ext cx="6885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canvas.toDataURL() converts the captured frame into a base64 image string.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31520" y="2770632"/>
            <a:ext cx="1005840" cy="749808"/>
          </a:xfrm>
          <a:prstGeom prst="roundRect">
            <a:avLst>
              <a:gd name="adj" fmla="val 14634"/>
            </a:avLst>
          </a:prstGeom>
          <a:solidFill>
            <a:srgbClr val="1B274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70632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874520" y="2770632"/>
            <a:ext cx="9582912" cy="749808"/>
          </a:xfrm>
          <a:prstGeom prst="roundRect">
            <a:avLst>
              <a:gd name="adj" fmla="val 14634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2770632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770632"/>
            <a:ext cx="6885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prompt asks Gemini to return the object name, description, and confidence as JSON.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31520" y="3666744"/>
            <a:ext cx="1005840" cy="749808"/>
          </a:xfrm>
          <a:prstGeom prst="roundRect">
            <a:avLst>
              <a:gd name="adj" fmla="val 14634"/>
            </a:avLst>
          </a:prstGeom>
          <a:solidFill>
            <a:srgbClr val="1B274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66744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874520" y="3666744"/>
            <a:ext cx="9582912" cy="749808"/>
          </a:xfrm>
          <a:prstGeom prst="roundRect">
            <a:avLst>
              <a:gd name="adj" fmla="val 14634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66674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3666744"/>
            <a:ext cx="6885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sends the image and prompt to the Gemini API endpoint asynchronously.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" y="4562856"/>
            <a:ext cx="1005840" cy="749808"/>
          </a:xfrm>
          <a:prstGeom prst="roundRect">
            <a:avLst>
              <a:gd name="adj" fmla="val 14634"/>
            </a:avLst>
          </a:prstGeom>
          <a:solidFill>
            <a:srgbClr val="1B2740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6285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874520" y="4562856"/>
            <a:ext cx="9582912" cy="749808"/>
          </a:xfrm>
          <a:prstGeom prst="roundRect">
            <a:avLst>
              <a:gd name="adj" fmla="val 14634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456285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Render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4562856"/>
            <a:ext cx="6885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JSON response is parsed and rendered into the result card via the DOM.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31520" y="5458968"/>
            <a:ext cx="1005840" cy="749808"/>
          </a:xfrm>
          <a:prstGeom prst="roundRect">
            <a:avLst>
              <a:gd name="adj" fmla="val 14634"/>
            </a:avLst>
          </a:prstGeom>
          <a:solidFill>
            <a:srgbClr val="1B2740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458968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C5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874520" y="5458968"/>
            <a:ext cx="9582912" cy="749808"/>
          </a:xfrm>
          <a:prstGeom prst="roundRect">
            <a:avLst>
              <a:gd name="adj" fmla="val 14634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545896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5458968"/>
            <a:ext cx="68854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response text is handed to SpeechSynthesisUtterance for spoken output.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BACK, LOOKING AHEAD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 &amp; Future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5257800" cy="4297680"/>
          </a:xfrm>
          <a:prstGeom prst="roundRect">
            <a:avLst>
              <a:gd name="adj" fmla="val 3404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84832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90" y="2145182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21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27889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Requesting and handling camera permissions reliably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Gemini API latency without blocking the UI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Prompt-tuning for consistent, structured JSON replies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glass UI responsive across screen sizes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257800" cy="4297680"/>
          </a:xfrm>
          <a:prstGeom prst="roundRect">
            <a:avLst>
              <a:gd name="adj" fmla="val 3404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84832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590" y="2145182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2121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Improvements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92240" y="2788920"/>
            <a:ext cx="47091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quiz mode where the AI questions the user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object comparison mode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selectable AI voice personalities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✦"/>
            </a:pPr>
            <a:r>
              <a:rPr lang="en-US" sz="130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/ download of scan results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ASSISTANT  •  HACKATHON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5943600" cy="5943600"/>
          </a:xfrm>
          <a:prstGeom prst="ellipse">
            <a:avLst/>
          </a:prstGeom>
          <a:solidFill>
            <a:srgbClr val="7C5CFC">
              <a:alpha val="11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88552" y="-2286000"/>
            <a:ext cx="5486400" cy="5486400"/>
          </a:xfrm>
          <a:prstGeom prst="ellipse">
            <a:avLst/>
          </a:prstGeom>
          <a:solidFill>
            <a:srgbClr val="22D3EE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82996" y="914400"/>
            <a:ext cx="822960" cy="82296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1751" y="101315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965960"/>
            <a:ext cx="107259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188720" y="283464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teammate can explain the full pipeline — from camera pixel to spoken word.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431036" y="3794760"/>
            <a:ext cx="2926080" cy="1371600"/>
          </a:xfrm>
          <a:prstGeom prst="roundRect">
            <a:avLst>
              <a:gd name="adj" fmla="val 9333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642616" y="4023360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2966" y="408371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22476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31436" y="3794760"/>
            <a:ext cx="2926080" cy="1371600"/>
          </a:xfrm>
          <a:prstGeom prst="roundRect">
            <a:avLst>
              <a:gd name="adj" fmla="val 9333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843016" y="4023360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366" y="4083710"/>
            <a:ext cx="382219" cy="3822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22876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AI Walkthrough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831836" y="3794760"/>
            <a:ext cx="2926080" cy="1371600"/>
          </a:xfrm>
          <a:prstGeom prst="roundRect">
            <a:avLst>
              <a:gd name="adj" fmla="val 9333"/>
            </a:avLst>
          </a:prstGeom>
          <a:solidFill>
            <a:srgbClr val="141C2E"/>
          </a:solidFill>
          <a:ln w="12700">
            <a:solidFill>
              <a:srgbClr val="27324A"/>
            </a:solidFill>
            <a:prstDash val="solid"/>
          </a:ln>
          <a:effectLst>
            <a:outerShdw blurRad="127000" dist="38100" dir="27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043416" y="4023360"/>
            <a:ext cx="502920" cy="502920"/>
          </a:xfrm>
          <a:prstGeom prst="ellipse">
            <a:avLst/>
          </a:prstGeom>
          <a:solidFill>
            <a:srgbClr val="1B2740"/>
          </a:solidFill>
          <a:ln/>
          <a:effectLst>
            <a:outerShdw blurRad="101600" dist="25400" dir="2700000" algn="bl" rotWithShape="0">
              <a:srgbClr val="000000">
                <a:alpha val="4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3766" y="4083710"/>
            <a:ext cx="382219" cy="38221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23276" y="4617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Q&amp;A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914400" y="585216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 • CSS • JavaScript • DOM • Gemini AI • Web Speech API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970</Words>
  <Application>Microsoft Office PowerPoint</Application>
  <PresentationFormat>Widescreen</PresentationFormat>
  <Paragraphs>209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Vision Assistant</dc:title>
  <dc:subject>PptxGenJS Presentation</dc:subject>
  <dc:creator>Hackathon Team</dc:creator>
  <cp:lastModifiedBy>𝓢𝓪𝔂𝓪𝓷 𝓐𝓓𝓗𝓘𝓚𝓐𝓡𝓨</cp:lastModifiedBy>
  <cp:revision>2</cp:revision>
  <dcterms:created xsi:type="dcterms:W3CDTF">2026-07-05T12:46:38Z</dcterms:created>
  <dcterms:modified xsi:type="dcterms:W3CDTF">2026-07-05T14:19:21Z</dcterms:modified>
</cp:coreProperties>
</file>